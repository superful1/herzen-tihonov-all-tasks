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4C71EC6-210F-42DE-9C53-41977AD35B3D}" type="datetimeFigureOut">
              <a:rPr lang="ru-RU" smtClean="0"/>
              <a:t>12.12.2022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77240" y="692696"/>
            <a:ext cx="7543800" cy="1872208"/>
          </a:xfrm>
        </p:spPr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Вычислительный эксперимент по исследованию зависимости работы сил от коэффициента трения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Тихонов Артём Сергеевич ИВТ 1.1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81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55576" y="1628800"/>
            <a:ext cx="7416824" cy="3657599"/>
          </a:xfrm>
        </p:spPr>
        <p:txBody>
          <a:bodyPr/>
          <a:lstStyle/>
          <a:p>
            <a:r>
              <a:rPr lang="ru-RU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Вычислительный эксперимент - метод изучения устройств или физических процессов с помощью математического моделирования. 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60" y="476672"/>
            <a:ext cx="7543800" cy="914400"/>
          </a:xfrm>
        </p:spPr>
        <p:txBody>
          <a:bodyPr/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Вычислительный 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эксперемент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34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11560" y="1700808"/>
            <a:ext cx="7560840" cy="4104456"/>
          </a:xfrm>
        </p:spPr>
        <p:txBody>
          <a:bodyPr>
            <a:normAutofit fontScale="70000" lnSpcReduction="2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Механическая работа - это физическая величина, прямо пропорциональная приложенной к телу силе и пройденному телом пути. 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рассчитать работу, нам нужно умножить численное значение приложенной к телу силы F на путь, который тело прошло в направлении действия силы S.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под действием силы в 1 ньютон тело переместилось на 1 метр, то данной силой совершена работа в 1 джоуль. 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35696" y="980728"/>
            <a:ext cx="7543800" cy="914400"/>
          </a:xfrm>
        </p:spPr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сил </a:t>
            </a:r>
            <a:r>
              <a:rPr lang="ru-RU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механике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46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55576" y="332656"/>
            <a:ext cx="7543800" cy="914400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Предложенная задача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804296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80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066" y="260648"/>
            <a:ext cx="7543800" cy="914400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моего вычислительного эксперимента я получил следующие графики зависимости сил от коэффициента трения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604506"/>
            <a:ext cx="2736304" cy="193868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70797" y="1266339"/>
            <a:ext cx="19742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внешней силы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318611" y="4248317"/>
            <a:ext cx="2852888" cy="194421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830574" y="3896418"/>
            <a:ext cx="18289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силы трения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4705422" y="4221088"/>
            <a:ext cx="2873496" cy="20162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154367" y="3918844"/>
            <a:ext cx="1918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силы тяжести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347864" y="1574116"/>
            <a:ext cx="2592288" cy="2015529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5"/>
          <a:stretch>
            <a:fillRect/>
          </a:stretch>
        </p:blipFill>
        <p:spPr>
          <a:xfrm>
            <a:off x="6142170" y="1574116"/>
            <a:ext cx="2789859" cy="201552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347864" y="1266786"/>
            <a:ext cx="36932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силы реакции опоры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255512" y="1266786"/>
            <a:ext cx="2662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равнодействующе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всех сил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14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39552" y="1340768"/>
            <a:ext cx="8136904" cy="5040560"/>
          </a:xfrm>
        </p:spPr>
        <p:txBody>
          <a:bodyPr>
            <a:normAutofit lnSpcReduction="10000"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Теоретический анализ, представленный в первой главе исследования, показал, что с помощью вычислительного эксперимента можно изучить физические процессы</a:t>
            </a:r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программной среды PyCharm я смог реализовать вычислительный эксперимент. Я создал программу и построил на основе полученных данных графики по зависимости работы сил от коэффициента трения. Анализируя результаты пришел к следующим выводам: 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Если рассматривать работу внешней силы, то при повышении коэффициента трения возрастает её работа;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Коэффициент трения также влияет на работу силы трения, она также возрастает; 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Работа силы тяжести не зависит от коэффициента трения; 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Работа силы реакции опор и работа равнодействующих всех сил равны нулю и не зависят от коэффициента трения</a:t>
            </a:r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75856" y="332656"/>
            <a:ext cx="7543800" cy="91440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39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азовая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Базовая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азовая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63</TotalTime>
  <Words>252</Words>
  <Application>Microsoft Office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Базовая</vt:lpstr>
      <vt:lpstr>Вычислительный эксперимент по исследованию зависимости работы сил от коэффициента трения</vt:lpstr>
      <vt:lpstr>Вычислительный эксперемент</vt:lpstr>
      <vt:lpstr>Работа сил в механике </vt:lpstr>
      <vt:lpstr>Предложенная задача</vt:lpstr>
      <vt:lpstr>В результате моего вычислительного эксперимента я получил следующие графики зависимости сил от коэффициента трения: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Вычислительный эксперимент по исследованию зависимости работы сил от коэффициента трения</dc:title>
  <dc:creator>Артём</dc:creator>
  <cp:lastModifiedBy>D!akov RePack</cp:lastModifiedBy>
  <cp:revision>5</cp:revision>
  <dcterms:created xsi:type="dcterms:W3CDTF">2022-12-12T17:46:05Z</dcterms:created>
  <dcterms:modified xsi:type="dcterms:W3CDTF">2022-12-12T20:29:14Z</dcterms:modified>
</cp:coreProperties>
</file>