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Уильям </a:t>
            </a:r>
            <a:r>
              <a:rPr lang="ru-RU" dirty="0" err="1"/>
              <a:t>Роуэн</a:t>
            </a:r>
            <a:r>
              <a:rPr lang="ru-RU" dirty="0"/>
              <a:t> Гамильтон</a:t>
            </a:r>
          </a:p>
        </p:txBody>
      </p:sp>
    </p:spTree>
    <p:extLst>
      <p:ext uri="{BB962C8B-B14F-4D97-AF65-F5344CB8AC3E}">
        <p14:creationId xmlns:p14="http://schemas.microsoft.com/office/powerpoint/2010/main" val="351425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Гамильтон был четвёртым из девяти детей в семье ирландки Сары </a:t>
            </a:r>
            <a:r>
              <a:rPr lang="ru-RU" dirty="0" smtClean="0"/>
              <a:t>Хаттон</a:t>
            </a:r>
            <a:r>
              <a:rPr lang="en-US" dirty="0" smtClean="0"/>
              <a:t> </a:t>
            </a:r>
            <a:r>
              <a:rPr lang="ru-RU" dirty="0"/>
              <a:t>и полуирландца, полушотландца Арчибальда Гамильтона  </a:t>
            </a:r>
            <a:r>
              <a:rPr lang="en-US" dirty="0" smtClean="0"/>
              <a:t>1778—1819 </a:t>
            </a:r>
            <a:r>
              <a:rPr lang="ru-RU" dirty="0"/>
              <a:t>Арчибальд, родом из городка </a:t>
            </a:r>
            <a:r>
              <a:rPr lang="ru-RU" dirty="0" err="1" smtClean="0"/>
              <a:t>Данбойн</a:t>
            </a:r>
            <a:r>
              <a:rPr lang="ru-RU" dirty="0" smtClean="0"/>
              <a:t>, </a:t>
            </a:r>
            <a:r>
              <a:rPr lang="ru-RU" dirty="0"/>
              <a:t>работал в Дублине юристом</a:t>
            </a:r>
            <a:r>
              <a:rPr lang="ru-RU" dirty="0" smtClean="0"/>
              <a:t>.</a:t>
            </a:r>
          </a:p>
          <a:p>
            <a:r>
              <a:rPr lang="ru-RU" dirty="0"/>
              <a:t>Уже в детстве мальчик проявил необыкновенные дарования. В 3 года он свободно читал и начал осваивать арифметику. В 7 лет он знал латынь, греческий и </a:t>
            </a:r>
            <a:r>
              <a:rPr lang="ru-RU" dirty="0" smtClean="0"/>
              <a:t>древнееврейский </a:t>
            </a:r>
            <a:r>
              <a:rPr lang="ru-RU" dirty="0"/>
              <a:t>языки. В 12 — под руководством дяди Джеймса, хорошего лингвиста, — знал уже 12 языков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Биография</a:t>
            </a:r>
          </a:p>
        </p:txBody>
      </p:sp>
    </p:spTree>
    <p:extLst>
      <p:ext uri="{BB962C8B-B14F-4D97-AF65-F5344CB8AC3E}">
        <p14:creationId xmlns:p14="http://schemas.microsoft.com/office/powerpoint/2010/main" val="308401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1815—1823 годах Уильям учился в школе, затем 18-летний юноша поступил в Тринити-колледж Дублинского университета. Там он показал столь блестящие способности (первый по всем предметам), что в 1827 году, ещё 22-летним студентом, по рекомендации ушедшего в отставку </a:t>
            </a:r>
            <a:r>
              <a:rPr lang="ru-RU" dirty="0" err="1"/>
              <a:t>Бринкли</a:t>
            </a:r>
            <a:r>
              <a:rPr lang="ru-RU" dirty="0"/>
              <a:t> был назначен на его место — профессором астрономии в Дублинском университете и королевским астрономом Ирландии.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86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600" b="1" dirty="0"/>
              <a:t>Создание теории кватернионов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 Для открытых им «четырёхчленных чисел» Гамильтон ввёл название </a:t>
            </a:r>
            <a:r>
              <a:rPr lang="ru-RU" sz="1600" b="1" dirty="0"/>
              <a:t>кватернионы</a:t>
            </a:r>
            <a:r>
              <a:rPr lang="ru-RU" sz="1600" dirty="0"/>
              <a:t> — от `по четыре'. Наряду с представлением кватернионов четвёрками действительных чисел он — по аналогии с комплексными числами — записывал кватернионы и как формальные суммы </a:t>
            </a:r>
            <a:r>
              <a:rPr lang="ru-RU" sz="1600" dirty="0" smtClean="0"/>
              <a:t>вида</a:t>
            </a:r>
          </a:p>
          <a:p>
            <a:r>
              <a:rPr lang="ru-RU" sz="1600" dirty="0"/>
              <a:t>Два следующих десятилетия Гамильтон посвятил подробному исследованию новых чисел и практическим приложениям, написав на эту тему 109 статей и две объёмные монографии «Лекции о кватернионах» и «Элементы кватернионов». Правую часть формулы </a:t>
            </a:r>
            <a:r>
              <a:rPr lang="ru-RU" sz="1600" dirty="0"/>
              <a:t>(∗)</a:t>
            </a:r>
            <a:r>
              <a:rPr lang="ru-RU" sz="1600" dirty="0"/>
              <a:t> он рассматривал как сумму двух слагаемых: </a:t>
            </a:r>
            <a:r>
              <a:rPr lang="ru-RU" sz="1600" i="1" dirty="0"/>
              <a:t>скалярной части</a:t>
            </a:r>
            <a:r>
              <a:rPr lang="ru-RU" sz="1600" dirty="0"/>
              <a:t> (число </a:t>
            </a:r>
            <a:r>
              <a:rPr lang="ru-RU" sz="1600" i="1" dirty="0"/>
              <a:t>a</a:t>
            </a:r>
            <a:r>
              <a:rPr lang="ru-RU" sz="1600" dirty="0"/>
              <a:t>) и </a:t>
            </a:r>
            <a:r>
              <a:rPr lang="ru-RU" sz="1600" i="1" dirty="0"/>
              <a:t>векторной части</a:t>
            </a:r>
            <a:r>
              <a:rPr lang="ru-RU" sz="1600" dirty="0"/>
              <a:t> (оставшаяся часть суммы) позднее некоторые авторы использовали соответственно выражения «вещественная часть» и «мнимая </a:t>
            </a:r>
            <a:r>
              <a:rPr lang="ru-RU" sz="1600" dirty="0"/>
              <a:t>часть».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 smtClean="0"/>
              <a:t>Вклад в математику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55576" y="4635944"/>
            <a:ext cx="77768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Так в математику впервые вошли слова вектор (1847 г.) применительно к кватерниону с нулевой скалярной частью и скаляр (1853 г.) применительно к кватерниону с нулевой векторной частью. В качестве векторной и скалярной частей </a:t>
            </a:r>
            <a:r>
              <a:rPr lang="ru-RU" sz="1600" dirty="0" err="1"/>
              <a:t>кватернионного</a:t>
            </a:r>
            <a:r>
              <a:rPr lang="ru-RU" sz="1600" dirty="0"/>
              <a:t> произведения двух векторов появились на свет соответственно векторное и скалярное произведения.</a:t>
            </a:r>
          </a:p>
        </p:txBody>
      </p:sp>
    </p:spTree>
    <p:extLst>
      <p:ext uri="{BB962C8B-B14F-4D97-AF65-F5344CB8AC3E}">
        <p14:creationId xmlns:p14="http://schemas.microsoft.com/office/powerpoint/2010/main" val="81533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260648"/>
            <a:ext cx="8229600" cy="4572000"/>
          </a:xfrm>
        </p:spPr>
        <p:txBody>
          <a:bodyPr>
            <a:normAutofit/>
          </a:bodyPr>
          <a:lstStyle/>
          <a:p>
            <a:r>
              <a:rPr lang="ru-RU" sz="1800" dirty="0"/>
              <a:t>Крупных учёных в Ирландии было совсем мало, и фактически Гамильтон изучал математику и физику самоучкой, в затруднительных случаях прибегая к </a:t>
            </a:r>
            <a:r>
              <a:rPr lang="ru-RU" sz="1800" dirty="0" smtClean="0"/>
              <a:t>помощи </a:t>
            </a:r>
            <a:r>
              <a:rPr lang="ru-RU" sz="1800" dirty="0" err="1" smtClean="0"/>
              <a:t>Бринкли</a:t>
            </a:r>
            <a:r>
              <a:rPr lang="ru-RU" sz="1800" dirty="0" smtClean="0"/>
              <a:t>.</a:t>
            </a:r>
          </a:p>
          <a:p>
            <a:r>
              <a:rPr lang="ru-RU" sz="1800" dirty="0"/>
              <a:t>Крупнейшим продолжателем работ Гамильтона и популяризатором кватернионов стал его ученик — шотландский математик Питер Тэт, предложивший для них множество приложений к геометрии, сферической тригонометрии и физике. Одним из первых таких приложений стало изучение пространственных преобразований. Комплексные числа успешно используются для моделирования произвольных движений на плоскости: сложению чисел соответствует перенос точек комплексной плоскости, а умножению — поворот (с одновременным растяжением, если модуль множителя отличен от 1).</a:t>
            </a:r>
            <a:br>
              <a:rPr lang="ru-RU" sz="1800" dirty="0"/>
            </a:br>
            <a:r>
              <a:rPr lang="ru-RU" sz="1800" dirty="0"/>
              <a:t> Аналогично кватернионы представляют собой удобный инструмент для исследования движений в трёхмерном евклидовом пространстве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3276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411760" y="2348880"/>
            <a:ext cx="8229600" cy="1219200"/>
          </a:xfrm>
        </p:spPr>
        <p:txBody>
          <a:bodyPr>
            <a:normAutofit/>
          </a:bodyPr>
          <a:lstStyle/>
          <a:p>
            <a:r>
              <a:rPr lang="ru-RU" sz="6000" dirty="0"/>
              <a:t>Артур Кэли</a:t>
            </a:r>
          </a:p>
        </p:txBody>
      </p:sp>
    </p:spTree>
    <p:extLst>
      <p:ext uri="{BB962C8B-B14F-4D97-AF65-F5344CB8AC3E}">
        <p14:creationId xmlns:p14="http://schemas.microsoft.com/office/powerpoint/2010/main" val="30636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Артур провёл свои первые восемь лет в Санкт-Петербурге. В 1829 году его родители переехали в </a:t>
            </a:r>
            <a:r>
              <a:rPr lang="ru-RU" dirty="0" err="1"/>
              <a:t>Блэкхис</a:t>
            </a:r>
            <a:r>
              <a:rPr lang="ru-RU" dirty="0"/>
              <a:t> </a:t>
            </a:r>
            <a:r>
              <a:rPr lang="ru-RU" dirty="0" smtClean="0"/>
              <a:t>(вблизи </a:t>
            </a:r>
            <a:r>
              <a:rPr lang="ru-RU" dirty="0"/>
              <a:t>Лондона (ныне район Большого Лондона). Артур пошёл в частную школу. </a:t>
            </a:r>
          </a:p>
          <a:p>
            <a:r>
              <a:rPr lang="ru-RU" dirty="0"/>
              <a:t>Ещё когда Кэли был ребёнком, он решал сложные математические задачи ради забавы. </a:t>
            </a:r>
          </a:p>
          <a:p>
            <a:r>
              <a:rPr lang="ru-RU" dirty="0"/>
              <a:t>В 14 лет он пошёл в школу </a:t>
            </a:r>
            <a:r>
              <a:rPr lang="ru-RU" dirty="0" err="1"/>
              <a:t>Кингс</a:t>
            </a:r>
            <a:r>
              <a:rPr lang="ru-RU" dirty="0"/>
              <a:t>-колледж. Школьный учитель увидел в мальчике гения и посоветовал отцу не учить своему бизнесу, как он (отец) намеревался, а готовить к поступлению в Кембриджский университет. 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07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Кэли — один из </a:t>
            </a:r>
            <a:r>
              <a:rPr lang="ru-RU" sz="1800" dirty="0" err="1"/>
              <a:t>плодовитейших</a:t>
            </a:r>
            <a:r>
              <a:rPr lang="ru-RU" sz="1800" dirty="0"/>
              <a:t> учёных XIX века, написавший более 700 работ. Большая часть его работ относится к линейной алгебре, дифференциальным уравнениям и эллиптическим функциям. В частности, он доказал теорему Гамильтона — Кэли о том, что каждая квадратная матрица является корнем своего характеристического многочлена. </a:t>
            </a:r>
            <a:endParaRPr lang="ru-RU" sz="1800" dirty="0" smtClean="0"/>
          </a:p>
          <a:p>
            <a:r>
              <a:rPr lang="ru-RU" sz="1800" dirty="0"/>
              <a:t>Он был первым, кто сформулировал определение группы в том виде, как она определяется сегодня — множество с бинарной операцией, удовлетворяющей определённым законам. Прежде же, когда математики говорили о группе, они подразумевали группу перестановок.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Вклад в математику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19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13</TotalTime>
  <Words>211</Words>
  <Application>Microsoft Office PowerPoint</Application>
  <PresentationFormat>Экран (4:3)</PresentationFormat>
  <Paragraphs>19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Бумажная</vt:lpstr>
      <vt:lpstr>Уильям Роуэн Гамильтон</vt:lpstr>
      <vt:lpstr>Биография</vt:lpstr>
      <vt:lpstr>Презентация PowerPoint</vt:lpstr>
      <vt:lpstr>Вклад в математику</vt:lpstr>
      <vt:lpstr> </vt:lpstr>
      <vt:lpstr>Артур Кэли</vt:lpstr>
      <vt:lpstr>Презентация PowerPoint</vt:lpstr>
      <vt:lpstr>Вклад в математику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Уильям Роуэн Гамильтон</dc:title>
  <dc:creator>Артём</dc:creator>
  <cp:lastModifiedBy>D!akov RePack</cp:lastModifiedBy>
  <cp:revision>3</cp:revision>
  <dcterms:created xsi:type="dcterms:W3CDTF">2022-11-06T14:51:47Z</dcterms:created>
  <dcterms:modified xsi:type="dcterms:W3CDTF">2022-11-06T15:15:23Z</dcterms:modified>
</cp:coreProperties>
</file>