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«Решение задач математического анализа в прикладной компьютерной программе </a:t>
            </a:r>
            <a:r>
              <a:rPr lang="ru-RU" dirty="0" err="1"/>
              <a:t>Maxima</a:t>
            </a:r>
            <a:r>
              <a:rPr lang="ru-RU" dirty="0"/>
              <a:t>».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42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Интегралы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Определенный интеграл в символьном режиме (аналитически) вычисляется с помощью команды </a:t>
            </a:r>
          </a:p>
          <a:p>
            <a:r>
              <a:rPr lang="ru-RU" b="1" i="1" dirty="0" err="1"/>
              <a:t>integrate</a:t>
            </a:r>
            <a:r>
              <a:rPr lang="ru-RU" b="1" i="1" dirty="0"/>
              <a:t>(f, x, a, b)</a:t>
            </a:r>
            <a:r>
              <a:rPr lang="ru-RU" dirty="0"/>
              <a:t>, </a:t>
            </a:r>
          </a:p>
          <a:p>
            <a:r>
              <a:rPr lang="ru-RU" dirty="0"/>
              <a:t>где </a:t>
            </a:r>
            <a:r>
              <a:rPr lang="ru-RU" i="1" dirty="0"/>
              <a:t>f </a:t>
            </a:r>
            <a:r>
              <a:rPr lang="ru-RU" dirty="0"/>
              <a:t>– подынтегральная функция, </a:t>
            </a:r>
            <a:r>
              <a:rPr lang="ru-RU" i="1" dirty="0"/>
              <a:t>x</a:t>
            </a:r>
            <a:r>
              <a:rPr lang="ru-RU" dirty="0"/>
              <a:t> – переменная интегрирования, </a:t>
            </a:r>
            <a:r>
              <a:rPr lang="ru-RU" i="1" dirty="0"/>
              <a:t>a</a:t>
            </a:r>
            <a:r>
              <a:rPr lang="ru-RU" dirty="0"/>
              <a:t> и </a:t>
            </a:r>
            <a:r>
              <a:rPr lang="ru-RU" i="1" dirty="0"/>
              <a:t>b</a:t>
            </a:r>
            <a:r>
              <a:rPr lang="ru-RU" dirty="0"/>
              <a:t> соответственно верхний и нижний пределы интегрирования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/>
              <a:t>Численное интегрирование выполняется функцией </a:t>
            </a:r>
            <a:r>
              <a:rPr lang="ru-RU" b="1" i="1" dirty="0" err="1"/>
              <a:t>romberg</a:t>
            </a:r>
            <a:r>
              <a:rPr lang="ru-RU" dirty="0"/>
              <a:t> или при помощи функций пакета </a:t>
            </a:r>
            <a:r>
              <a:rPr lang="ru-RU" b="1" i="1" dirty="0" err="1"/>
              <a:t>quadpack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24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Пределы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limit</a:t>
            </a:r>
            <a:r>
              <a:rPr lang="ru-RU" dirty="0"/>
              <a:t>(выражение, переменная, точка), то есть то, что в математической записи</a:t>
            </a:r>
          </a:p>
          <a:p>
            <a:pPr marL="0" indent="0">
              <a:buNone/>
            </a:pPr>
            <a:r>
              <a:rPr lang="ru-RU" dirty="0"/>
              <a:t>выглядит как </a:t>
            </a:r>
            <a:r>
              <a:rPr lang="ru-RU" dirty="0" err="1"/>
              <a:t>limx→a</a:t>
            </a:r>
            <a:r>
              <a:rPr lang="ru-RU" dirty="0"/>
              <a:t> f(x), в контексте </a:t>
            </a:r>
            <a:r>
              <a:rPr lang="ru-RU" dirty="0" err="1"/>
              <a:t>Maxima</a:t>
            </a:r>
            <a:r>
              <a:rPr lang="ru-RU" dirty="0"/>
              <a:t> запишется как </a:t>
            </a:r>
            <a:r>
              <a:rPr lang="ru-RU" dirty="0" err="1"/>
              <a:t>limit</a:t>
            </a:r>
            <a:r>
              <a:rPr lang="ru-RU" dirty="0"/>
              <a:t>(f(x), x, a):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6994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Производная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Diff(y(x), x</a:t>
            </a:r>
            <a:r>
              <a:rPr lang="ru-RU" dirty="0" smtClean="0"/>
              <a:t>)</a:t>
            </a:r>
            <a:r>
              <a:rPr lang="en-US" dirty="0" smtClean="0"/>
              <a:t> </a:t>
            </a:r>
            <a:r>
              <a:rPr lang="ru-RU" dirty="0" err="1" smtClean="0"/>
              <a:t>функия</a:t>
            </a:r>
            <a:r>
              <a:rPr lang="ru-RU" dirty="0" smtClean="0"/>
              <a:t> для нахождения переменной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9356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Источник</a:t>
            </a:r>
            <a:r>
              <a:rPr lang="en-US"/>
              <a:t>:https://studfile.net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29204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Экран (4:3)</PresentationFormat>
  <Paragraphs>12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«Решение задач математического анализа в прикладной компьютерной программе Maxima».</vt:lpstr>
      <vt:lpstr>Интегралы</vt:lpstr>
      <vt:lpstr>Пределы</vt:lpstr>
      <vt:lpstr>Производная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«Решение задач математического анализа в прикладной компьютерной программе Maxima».</dc:title>
  <dc:creator>Артём</dc:creator>
  <cp:lastModifiedBy>D!akov RePack</cp:lastModifiedBy>
  <cp:revision>1</cp:revision>
  <dcterms:created xsi:type="dcterms:W3CDTF">2022-12-27T16:55:25Z</dcterms:created>
  <dcterms:modified xsi:type="dcterms:W3CDTF">2022-12-27T17:00:17Z</dcterms:modified>
</cp:coreProperties>
</file>