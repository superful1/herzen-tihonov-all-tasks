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25.12.2022</a:t>
            </a:fld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25.12.2022</a:t>
            </a:fld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25.12.2022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25.12.2022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25.12.2022</a:t>
            </a:fld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Объект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25.12.2022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25.12.2022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Объект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25.12.2022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25.12.2022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25.12.2022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25.12.2022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25.12.2022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Создание графиков в </a:t>
            </a:r>
            <a:r>
              <a:rPr lang="en-US" dirty="0" smtClean="0"/>
              <a:t>Microsoft Excel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50018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Для построения графика в таблице должны быть данные по которым он будет строится.</a:t>
            </a:r>
          </a:p>
          <a:p>
            <a:r>
              <a:rPr lang="ru-RU" dirty="0" smtClean="0"/>
              <a:t>Для примера я взял значения </a:t>
            </a:r>
            <a:r>
              <a:rPr lang="en-US" dirty="0" smtClean="0"/>
              <a:t>x^2</a:t>
            </a:r>
          </a:p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6600" dirty="0" smtClean="0"/>
              <a:t>1 этап</a:t>
            </a:r>
            <a:endParaRPr lang="ru-RU" sz="6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900363"/>
            <a:ext cx="5619750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7460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Выберите те данные по которым вы желаете построить график</a:t>
            </a:r>
          </a:p>
          <a:p>
            <a:r>
              <a:rPr lang="ru-RU" dirty="0" smtClean="0"/>
              <a:t>Перейдите во вкладку вставка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6600" dirty="0" smtClean="0"/>
              <a:t>2 этап</a:t>
            </a:r>
            <a:endParaRPr lang="ru-RU" sz="66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321" y="2852936"/>
            <a:ext cx="8010525" cy="379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8149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Не снимая выделения выберете пункт </a:t>
            </a:r>
            <a:r>
              <a:rPr lang="en-US" dirty="0" smtClean="0"/>
              <a:t>“</a:t>
            </a:r>
            <a:r>
              <a:rPr lang="ru-RU" dirty="0" smtClean="0"/>
              <a:t>точечная</a:t>
            </a:r>
            <a:r>
              <a:rPr lang="en-US" dirty="0" smtClean="0"/>
              <a:t>”</a:t>
            </a:r>
            <a:endParaRPr lang="ru-RU" dirty="0" smtClean="0"/>
          </a:p>
          <a:p>
            <a:r>
              <a:rPr lang="ru-RU" dirty="0" smtClean="0"/>
              <a:t>Выберите стиль графика.</a:t>
            </a:r>
          </a:p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6600" dirty="0" smtClean="0"/>
              <a:t>3 этап</a:t>
            </a:r>
            <a:endParaRPr lang="ru-RU" sz="6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564904"/>
            <a:ext cx="7750447" cy="3404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4371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Готово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6600" dirty="0" smtClean="0"/>
              <a:t>4 этап</a:t>
            </a:r>
            <a:endParaRPr lang="ru-RU" sz="66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187558"/>
            <a:ext cx="4187180" cy="3784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79382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0</TotalTime>
  <Words>59</Words>
  <Application>Microsoft Office PowerPoint</Application>
  <PresentationFormat>Экран (4:3)</PresentationFormat>
  <Paragraphs>12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Бумажная</vt:lpstr>
      <vt:lpstr>Создание графиков в Microsoft Excel</vt:lpstr>
      <vt:lpstr>1 этап</vt:lpstr>
      <vt:lpstr>2 этап</vt:lpstr>
      <vt:lpstr>3 этап</vt:lpstr>
      <vt:lpstr>4 этап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Создание графиков в Microsoft Excel</dc:title>
  <dc:creator>Артём</dc:creator>
  <cp:lastModifiedBy>D!akov RePack</cp:lastModifiedBy>
  <cp:revision>1</cp:revision>
  <dcterms:created xsi:type="dcterms:W3CDTF">2022-12-25T09:33:12Z</dcterms:created>
  <dcterms:modified xsi:type="dcterms:W3CDTF">2022-12-25T09:42:22Z</dcterms:modified>
</cp:coreProperties>
</file>