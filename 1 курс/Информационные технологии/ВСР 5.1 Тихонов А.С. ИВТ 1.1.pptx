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выражениями </a:t>
            </a:r>
            <a:r>
              <a:rPr lang="en-US" dirty="0" smtClean="0"/>
              <a:t>maxima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101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Упрощение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Float</a:t>
            </a:r>
            <a:br>
              <a:rPr lang="en-US" dirty="0" smtClean="0"/>
            </a:br>
            <a:r>
              <a:rPr lang="en-US" dirty="0" smtClean="0"/>
              <a:t>toggle numeric output</a:t>
            </a:r>
            <a:br>
              <a:rPr lang="en-US" dirty="0" smtClean="0"/>
            </a:br>
            <a:r>
              <a:rPr lang="en-US" dirty="0" err="1" smtClean="0"/>
              <a:t>numer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keepfloat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rat</a:t>
            </a:r>
          </a:p>
        </p:txBody>
      </p:sp>
    </p:spTree>
    <p:extLst>
      <p:ext uri="{BB962C8B-B14F-4D97-AF65-F5344CB8AC3E}">
        <p14:creationId xmlns:p14="http://schemas.microsoft.com/office/powerpoint/2010/main" val="71895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Разложение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Factor</a:t>
            </a:r>
            <a:br>
              <a:rPr lang="en-US" dirty="0" smtClean="0"/>
            </a:br>
            <a:r>
              <a:rPr lang="en-US" dirty="0" err="1" smtClean="0"/>
              <a:t>ratsimp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factorsum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319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Раскрытие скобок и приведение подобных слагаемых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Radcan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err="1" smtClean="0"/>
              <a:t>ratsimp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fullratsimp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partfrac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9467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Allroots</a:t>
            </a:r>
            <a:endParaRPr lang="en-US" dirty="0" smtClean="0"/>
          </a:p>
          <a:p>
            <a:r>
              <a:rPr lang="en-US" dirty="0" smtClean="0"/>
              <a:t>solve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9907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Экран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Работа с выражениями maxima</vt:lpstr>
      <vt:lpstr>Упрощение</vt:lpstr>
      <vt:lpstr>Разложение</vt:lpstr>
      <vt:lpstr>Раскрытие скобок и приведение подобных слагаемых</vt:lpstr>
      <vt:lpstr>Решение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выражениями maxima</dc:title>
  <dc:creator>Артём</dc:creator>
  <cp:lastModifiedBy>D!akov RePack</cp:lastModifiedBy>
  <cp:revision>1</cp:revision>
  <dcterms:created xsi:type="dcterms:W3CDTF">2022-12-27T14:31:15Z</dcterms:created>
  <dcterms:modified xsi:type="dcterms:W3CDTF">2022-12-27T14:36:14Z</dcterms:modified>
</cp:coreProperties>
</file>