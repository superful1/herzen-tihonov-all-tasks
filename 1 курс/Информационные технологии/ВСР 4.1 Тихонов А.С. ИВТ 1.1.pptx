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27.12.2022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Матрицы </a:t>
            </a:r>
            <a:r>
              <a:rPr lang="en-US" dirty="0" smtClean="0"/>
              <a:t>Maxima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1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Матрица </a:t>
            </a:r>
            <a:r>
              <a:rPr lang="ru-RU" dirty="0"/>
              <a:t>задаётся с помощью выражения</a:t>
            </a:r>
          </a:p>
          <a:p>
            <a:pPr marL="0" indent="0">
              <a:buNone/>
            </a:pPr>
            <a:r>
              <a:rPr lang="en-US" b="1" dirty="0" smtClean="0"/>
              <a:t>  </a:t>
            </a:r>
            <a:r>
              <a:rPr lang="ru-RU" b="1" dirty="0" err="1" smtClean="0"/>
              <a:t>matrix</a:t>
            </a:r>
            <a:r>
              <a:rPr lang="ru-RU" dirty="0" smtClean="0"/>
              <a:t>(</a:t>
            </a:r>
            <a:r>
              <a:rPr lang="ru-RU" i="1" dirty="0" smtClean="0"/>
              <a:t>стр1</a:t>
            </a:r>
            <a:r>
              <a:rPr lang="ru-RU" i="1" dirty="0"/>
              <a:t>, стр2, ... стрN</a:t>
            </a:r>
            <a:r>
              <a:rPr lang="ru-RU" dirty="0"/>
              <a:t>), </a:t>
            </a:r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i="1" dirty="0"/>
              <a:t>стр1 - стрN</a:t>
            </a:r>
            <a:r>
              <a:rPr lang="ru-RU" dirty="0"/>
              <a:t> - списки элементов каждой из строк. В </a:t>
            </a:r>
            <a:r>
              <a:rPr lang="ru-RU" b="1" dirty="0" err="1"/>
              <a:t>wxMaxima</a:t>
            </a:r>
            <a:r>
              <a:rPr lang="ru-RU" dirty="0"/>
              <a:t> также можно воспользоваться меню "</a:t>
            </a:r>
            <a:r>
              <a:rPr lang="ru-RU" i="1" dirty="0"/>
              <a:t>Алгебра</a:t>
            </a:r>
            <a:r>
              <a:rPr lang="ru-RU" dirty="0"/>
              <a:t>" - "</a:t>
            </a:r>
            <a:r>
              <a:rPr lang="ru-RU" i="1" dirty="0" err="1"/>
              <a:t>Enter</a:t>
            </a:r>
            <a:r>
              <a:rPr lang="ru-RU" i="1" dirty="0"/>
              <a:t> </a:t>
            </a:r>
            <a:r>
              <a:rPr lang="ru-RU" i="1" dirty="0" err="1"/>
              <a:t>matrix</a:t>
            </a:r>
            <a:r>
              <a:rPr lang="ru-RU" dirty="0"/>
              <a:t>", затем указать имя, размер, тип матрицы и заполнить её элементы.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6361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ru-RU" dirty="0"/>
              <a:t>Получить элемент </a:t>
            </a:r>
            <a:r>
              <a:rPr lang="ru-RU" i="1" dirty="0"/>
              <a:t>(</a:t>
            </a:r>
            <a:r>
              <a:rPr lang="ru-RU" i="1" dirty="0" err="1"/>
              <a:t>i,j</a:t>
            </a:r>
            <a:r>
              <a:rPr lang="ru-RU" i="1" dirty="0"/>
              <a:t>)</a:t>
            </a:r>
            <a:r>
              <a:rPr lang="ru-RU" dirty="0"/>
              <a:t> матрицы </a:t>
            </a:r>
            <a:r>
              <a:rPr lang="ru-RU" i="1" dirty="0"/>
              <a:t>M</a:t>
            </a:r>
            <a:r>
              <a:rPr lang="ru-RU" dirty="0"/>
              <a:t> можно с помощью выражений </a:t>
            </a:r>
            <a:r>
              <a:rPr lang="ru-RU" i="1" dirty="0"/>
              <a:t>M[</a:t>
            </a:r>
            <a:r>
              <a:rPr lang="ru-RU" i="1" dirty="0" err="1"/>
              <a:t>i,j</a:t>
            </a:r>
            <a:r>
              <a:rPr lang="ru-RU" i="1" dirty="0"/>
              <a:t>]</a:t>
            </a:r>
            <a:r>
              <a:rPr lang="ru-RU" dirty="0"/>
              <a:t> или </a:t>
            </a:r>
            <a:r>
              <a:rPr lang="ru-RU" i="1" dirty="0"/>
              <a:t>M[i][j]</a:t>
            </a:r>
            <a:r>
              <a:rPr lang="ru-RU" dirty="0"/>
              <a:t>. При этом индексация начинается с 1, т.е. </a:t>
            </a:r>
            <a:r>
              <a:rPr lang="ru-RU" i="1" dirty="0"/>
              <a:t>M[1,1] </a:t>
            </a:r>
            <a:r>
              <a:rPr lang="ru-RU" dirty="0"/>
              <a:t>- левый верхний </a:t>
            </a:r>
            <a:r>
              <a:rPr lang="ru-RU" dirty="0" smtClean="0"/>
              <a:t>угол</a:t>
            </a:r>
          </a:p>
          <a:p>
            <a:r>
              <a:rPr lang="ru-RU" dirty="0"/>
              <a:t>Вектор можно задать либо как однострочную матрицу с последующим транспонированием, либо воспользоваться функцией </a:t>
            </a:r>
            <a:r>
              <a:rPr lang="ru-RU" b="1" dirty="0" err="1"/>
              <a:t>covect</a:t>
            </a:r>
            <a:r>
              <a:rPr lang="ru-RU" dirty="0"/>
              <a:t>(</a:t>
            </a:r>
            <a:r>
              <a:rPr lang="ru-RU" i="1" dirty="0" err="1"/>
              <a:t>стр</a:t>
            </a:r>
            <a:r>
              <a:rPr lang="ru-RU" dirty="0"/>
              <a:t>), но для этого придётся предварительно загрузить пакет "</a:t>
            </a:r>
            <a:r>
              <a:rPr lang="ru-RU" i="1" dirty="0" err="1"/>
              <a:t>eigen</a:t>
            </a:r>
            <a:r>
              <a:rPr lang="ru-RU" dirty="0"/>
              <a:t>" функцией </a:t>
            </a:r>
            <a:r>
              <a:rPr lang="ru-RU" b="1" dirty="0" err="1"/>
              <a:t>load</a:t>
            </a:r>
            <a:r>
              <a:rPr lang="ru-RU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6418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ru-RU" i="1" dirty="0"/>
              <a:t>n</a:t>
            </a:r>
            <a:r>
              <a:rPr lang="ru-RU" dirty="0"/>
              <a:t>-</a:t>
            </a:r>
            <a:r>
              <a:rPr lang="ru-RU" dirty="0" err="1"/>
              <a:t>ную</a:t>
            </a:r>
            <a:r>
              <a:rPr lang="ru-RU" dirty="0"/>
              <a:t> строку матрицы </a:t>
            </a:r>
            <a:r>
              <a:rPr lang="ru-RU" i="1" dirty="0"/>
              <a:t>M</a:t>
            </a:r>
            <a:r>
              <a:rPr lang="ru-RU" dirty="0"/>
              <a:t> возвращает функция </a:t>
            </a:r>
            <a:r>
              <a:rPr lang="ru-RU" b="1" dirty="0" err="1"/>
              <a:t>row</a:t>
            </a:r>
            <a:r>
              <a:rPr lang="ru-RU" dirty="0"/>
              <a:t>(</a:t>
            </a:r>
            <a:r>
              <a:rPr lang="ru-RU" i="1" dirty="0" err="1"/>
              <a:t>M,n</a:t>
            </a:r>
            <a:r>
              <a:rPr lang="ru-RU" dirty="0"/>
              <a:t>), столбец - </a:t>
            </a:r>
            <a:r>
              <a:rPr lang="ru-RU" b="1" dirty="0" err="1"/>
              <a:t>col</a:t>
            </a:r>
            <a:r>
              <a:rPr lang="ru-RU" dirty="0"/>
              <a:t>(</a:t>
            </a:r>
            <a:r>
              <a:rPr lang="ru-RU" i="1" dirty="0" err="1"/>
              <a:t>M,n</a:t>
            </a:r>
            <a:r>
              <a:rPr lang="ru-RU" dirty="0"/>
              <a:t>). Добавить строки можно с помощью </a:t>
            </a:r>
            <a:r>
              <a:rPr lang="ru-RU" b="1" dirty="0" err="1"/>
              <a:t>addrow</a:t>
            </a:r>
            <a:r>
              <a:rPr lang="ru-RU" dirty="0"/>
              <a:t>(</a:t>
            </a:r>
            <a:r>
              <a:rPr lang="ru-RU" i="1" dirty="0"/>
              <a:t>M, элт1, элт2, ... </a:t>
            </a:r>
            <a:r>
              <a:rPr lang="ru-RU" dirty="0"/>
              <a:t>), столбцы - </a:t>
            </a:r>
            <a:r>
              <a:rPr lang="ru-RU" b="1" dirty="0" err="1"/>
              <a:t>addcol</a:t>
            </a:r>
            <a:r>
              <a:rPr lang="ru-RU" dirty="0"/>
              <a:t>(</a:t>
            </a:r>
            <a:r>
              <a:rPr lang="ru-RU" i="1" dirty="0"/>
              <a:t>M, элт1, элт2, ...</a:t>
            </a:r>
            <a:r>
              <a:rPr lang="ru-RU" dirty="0"/>
              <a:t>), где </a:t>
            </a:r>
            <a:r>
              <a:rPr lang="ru-RU" i="1" dirty="0"/>
              <a:t>элт1, элт2,</a:t>
            </a:r>
            <a:r>
              <a:rPr lang="ru-RU" dirty="0"/>
              <a:t> ... - список элементов (матриц или списков), которые должны быть присоединены. Сформировать подматрицу позволяет функция </a:t>
            </a:r>
            <a:r>
              <a:rPr lang="ru-RU" b="1" dirty="0" err="1"/>
              <a:t>submatrix</a:t>
            </a:r>
            <a:r>
              <a:rPr lang="ru-RU" dirty="0"/>
              <a:t>(</a:t>
            </a:r>
            <a:r>
              <a:rPr lang="ru-RU" i="1" dirty="0"/>
              <a:t>i1,i2,..in,M,j1,j2,..jk</a:t>
            </a:r>
            <a:r>
              <a:rPr lang="ru-RU" dirty="0"/>
              <a:t>), где слева от имени матрицы </a:t>
            </a:r>
            <a:r>
              <a:rPr lang="ru-RU" i="1" dirty="0"/>
              <a:t>M</a:t>
            </a:r>
            <a:r>
              <a:rPr lang="ru-RU" dirty="0"/>
              <a:t> перечисляются удаляемые строки, справа - столбцы). Квадратную единичную матрицу размера </a:t>
            </a:r>
            <a:r>
              <a:rPr lang="ru-RU" i="1" dirty="0"/>
              <a:t>n</a:t>
            </a:r>
            <a:r>
              <a:rPr lang="ru-RU" dirty="0"/>
              <a:t> можно получить с помощью функции </a:t>
            </a:r>
            <a:r>
              <a:rPr lang="ru-RU" b="1" dirty="0" err="1"/>
              <a:t>ident</a:t>
            </a:r>
            <a:r>
              <a:rPr lang="ru-RU" dirty="0"/>
              <a:t>(</a:t>
            </a:r>
            <a:r>
              <a:rPr lang="ru-RU" i="1" dirty="0"/>
              <a:t>n</a:t>
            </a:r>
            <a:r>
              <a:rPr lang="ru-RU" dirty="0"/>
              <a:t>), нулевую матрицу </a:t>
            </a:r>
            <a:r>
              <a:rPr lang="ru-RU" i="1" dirty="0"/>
              <a:t>m x n</a:t>
            </a:r>
            <a:r>
              <a:rPr lang="ru-RU" dirty="0"/>
              <a:t> - </a:t>
            </a:r>
            <a:r>
              <a:rPr lang="ru-RU" b="1" dirty="0" err="1"/>
              <a:t>zeromatrix</a:t>
            </a:r>
            <a:r>
              <a:rPr lang="ru-RU" dirty="0"/>
              <a:t>(</a:t>
            </a:r>
            <a:r>
              <a:rPr lang="ru-RU" i="1" dirty="0" err="1"/>
              <a:t>m,n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2019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Операции над матрицами, записанные с помощью знаков </a:t>
            </a:r>
            <a:r>
              <a:rPr lang="ru-RU" b="1" dirty="0"/>
              <a:t>+</a:t>
            </a:r>
            <a:r>
              <a:rPr lang="ru-RU" dirty="0"/>
              <a:t>, </a:t>
            </a:r>
            <a:r>
              <a:rPr lang="ru-RU" b="1" dirty="0"/>
              <a:t>-</a:t>
            </a:r>
            <a:r>
              <a:rPr lang="ru-RU" dirty="0"/>
              <a:t>, </a:t>
            </a:r>
            <a:r>
              <a:rPr lang="ru-RU" b="1" dirty="0"/>
              <a:t>*</a:t>
            </a:r>
            <a:r>
              <a:rPr lang="ru-RU" dirty="0"/>
              <a:t>, </a:t>
            </a:r>
            <a:r>
              <a:rPr lang="ru-RU" b="1" dirty="0"/>
              <a:t>/</a:t>
            </a:r>
            <a:r>
              <a:rPr lang="ru-RU" dirty="0"/>
              <a:t>, </a:t>
            </a:r>
            <a:r>
              <a:rPr lang="ru-RU" b="1" dirty="0"/>
              <a:t>^</a:t>
            </a:r>
            <a:r>
              <a:rPr lang="ru-RU" dirty="0"/>
              <a:t>, выполняются поэлементно. Матричное произведение обозначается точкой "</a:t>
            </a:r>
            <a:r>
              <a:rPr lang="ru-RU" b="1" dirty="0"/>
              <a:t>.</a:t>
            </a:r>
            <a:r>
              <a:rPr lang="ru-RU" dirty="0"/>
              <a:t>", а чтобы возвести в степень именно матрицу, используйте японский смайлик "</a:t>
            </a:r>
            <a:r>
              <a:rPr lang="ru-RU" b="1" dirty="0"/>
              <a:t>^^</a:t>
            </a:r>
            <a:r>
              <a:rPr lang="ru-RU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803349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b="1" dirty="0" err="1"/>
              <a:t>transpose</a:t>
            </a:r>
            <a:r>
              <a:rPr lang="ru-RU" dirty="0"/>
              <a:t>(M) - транспонирует матрицу M.</a:t>
            </a:r>
          </a:p>
          <a:p>
            <a:r>
              <a:rPr lang="ru-RU" b="1" dirty="0" err="1"/>
              <a:t>determinant</a:t>
            </a:r>
            <a:r>
              <a:rPr lang="ru-RU" dirty="0"/>
              <a:t>(</a:t>
            </a:r>
            <a:r>
              <a:rPr lang="ru-RU" i="1" dirty="0"/>
              <a:t>M</a:t>
            </a:r>
            <a:r>
              <a:rPr lang="ru-RU" dirty="0"/>
              <a:t>) - вычисляет определитель квадратной матрицы </a:t>
            </a:r>
            <a:r>
              <a:rPr lang="ru-RU" i="1" dirty="0"/>
              <a:t>M</a:t>
            </a:r>
            <a:r>
              <a:rPr lang="ru-RU" dirty="0"/>
              <a:t>.</a:t>
            </a:r>
          </a:p>
          <a:p>
            <a:r>
              <a:rPr lang="ru-RU" b="1" dirty="0" err="1"/>
              <a:t>invert</a:t>
            </a:r>
            <a:r>
              <a:rPr lang="ru-RU" dirty="0"/>
              <a:t>(</a:t>
            </a:r>
            <a:r>
              <a:rPr lang="ru-RU" i="1" dirty="0"/>
              <a:t>M</a:t>
            </a:r>
            <a:r>
              <a:rPr lang="ru-RU" dirty="0"/>
              <a:t>) - вычисляет матрицу, обратную к </a:t>
            </a:r>
            <a:r>
              <a:rPr lang="ru-RU" i="1" dirty="0"/>
              <a:t>M</a:t>
            </a:r>
            <a:r>
              <a:rPr lang="ru-RU" dirty="0"/>
              <a:t>.</a:t>
            </a:r>
          </a:p>
          <a:p>
            <a:r>
              <a:rPr lang="ru-RU" b="1" dirty="0" err="1"/>
              <a:t>triangularize</a:t>
            </a:r>
            <a:r>
              <a:rPr lang="ru-RU" dirty="0"/>
              <a:t>(</a:t>
            </a:r>
            <a:r>
              <a:rPr lang="ru-RU" i="1" dirty="0"/>
              <a:t>M</a:t>
            </a:r>
            <a:r>
              <a:rPr lang="ru-RU" dirty="0"/>
              <a:t>) - формирует из </a:t>
            </a:r>
            <a:r>
              <a:rPr lang="ru-RU" i="1" dirty="0"/>
              <a:t>M</a:t>
            </a:r>
            <a:r>
              <a:rPr lang="ru-RU" dirty="0"/>
              <a:t> треугольную матрицу методом Гаусса.</a:t>
            </a:r>
          </a:p>
          <a:p>
            <a:r>
              <a:rPr lang="ru-RU" b="1" dirty="0" err="1"/>
              <a:t>length</a:t>
            </a:r>
            <a:r>
              <a:rPr lang="ru-RU" dirty="0"/>
              <a:t>(</a:t>
            </a:r>
            <a:r>
              <a:rPr lang="ru-RU" i="1" dirty="0"/>
              <a:t>M</a:t>
            </a:r>
            <a:r>
              <a:rPr lang="ru-RU" dirty="0"/>
              <a:t>) - возвращает число строк матрицы </a:t>
            </a:r>
            <a:r>
              <a:rPr lang="ru-RU" i="1" dirty="0"/>
              <a:t>M</a:t>
            </a:r>
            <a:r>
              <a:rPr lang="ru-RU" dirty="0"/>
              <a:t>.</a:t>
            </a:r>
          </a:p>
          <a:p>
            <a:r>
              <a:rPr lang="ru-RU" b="1" dirty="0" err="1"/>
              <a:t>eigenvalues</a:t>
            </a:r>
            <a:r>
              <a:rPr lang="ru-RU" dirty="0"/>
              <a:t>(</a:t>
            </a:r>
            <a:r>
              <a:rPr lang="ru-RU" i="1" dirty="0"/>
              <a:t>M</a:t>
            </a:r>
            <a:r>
              <a:rPr lang="ru-RU" dirty="0"/>
              <a:t>) - определяет собственное значение </a:t>
            </a:r>
            <a:r>
              <a:rPr lang="ru-RU" i="1" dirty="0"/>
              <a:t>M</a:t>
            </a:r>
            <a:r>
              <a:rPr lang="ru-RU" dirty="0"/>
              <a:t>.</a:t>
            </a:r>
          </a:p>
          <a:p>
            <a:r>
              <a:rPr lang="ru-RU" b="1" dirty="0" err="1"/>
              <a:t>eigenvectors</a:t>
            </a:r>
            <a:r>
              <a:rPr lang="ru-RU" dirty="0"/>
              <a:t>(</a:t>
            </a:r>
            <a:r>
              <a:rPr lang="ru-RU" i="1" dirty="0"/>
              <a:t>M</a:t>
            </a:r>
            <a:r>
              <a:rPr lang="ru-RU" dirty="0"/>
              <a:t>) - возвращает собственные векторы </a:t>
            </a:r>
            <a:r>
              <a:rPr lang="ru-RU" i="1" dirty="0"/>
              <a:t>M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0805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Экран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Матрицы Maxima</vt:lpstr>
      <vt:lpstr>Создание матрицы</vt:lpstr>
      <vt:lpstr>Функции</vt:lpstr>
      <vt:lpstr>Функции</vt:lpstr>
      <vt:lpstr>Операции</vt:lpstr>
      <vt:lpstr>Функции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Матрицы Maxima</dc:title>
  <dc:creator>Артём</dc:creator>
  <cp:lastModifiedBy>D!akov RePack</cp:lastModifiedBy>
  <cp:revision>1</cp:revision>
  <dcterms:created xsi:type="dcterms:W3CDTF">2022-12-27T13:02:48Z</dcterms:created>
  <dcterms:modified xsi:type="dcterms:W3CDTF">2022-12-27T13:16:29Z</dcterms:modified>
</cp:coreProperties>
</file>