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9048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12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762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67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3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586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8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22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47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77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47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1A06949-4227-4380-A202-96B5E17F68EE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84262B16-6A9F-4F94-BA78-B47C29F08D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317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FE2EB-06CC-4831-86A4-25490C3E9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Проектирование и реализация веб-платформы для заказа услуг эвакуации транспортных средств</a:t>
            </a:r>
            <a:br>
              <a:rPr lang="en-US" sz="3600" dirty="0"/>
            </a:br>
            <a:br>
              <a:rPr lang="en-US" sz="3600" dirty="0"/>
            </a:br>
            <a:r>
              <a:rPr lang="ru-RU" sz="3600" dirty="0"/>
              <a:t>Представление предметной области с помощью </a:t>
            </a:r>
            <a:br>
              <a:rPr lang="en-US" sz="3600" dirty="0"/>
            </a:br>
            <a:r>
              <a:rPr lang="en-US" sz="3600" dirty="0"/>
              <a:t>UML</a:t>
            </a:r>
            <a:r>
              <a:rPr lang="ru-RU" sz="3600" dirty="0"/>
              <a:t>-диаграмм</a:t>
            </a:r>
            <a:br>
              <a:rPr lang="en-US" sz="3600" dirty="0"/>
            </a:br>
            <a:br>
              <a:rPr lang="en-US" sz="3600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428562-7FC9-414D-8304-F81D45479F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Тихонов Артём Сергеевич ИВТ 1.1</a:t>
            </a:r>
          </a:p>
        </p:txBody>
      </p:sp>
    </p:spTree>
    <p:extLst>
      <p:ext uri="{BB962C8B-B14F-4D97-AF65-F5344CB8AC3E}">
        <p14:creationId xmlns:p14="http://schemas.microsoft.com/office/powerpoint/2010/main" val="68247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44D9E-5F0C-4391-8944-F532424E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2766219"/>
            <a:ext cx="9692640" cy="1325562"/>
          </a:xfrm>
        </p:spPr>
        <p:txBody>
          <a:bodyPr/>
          <a:lstStyle/>
          <a:p>
            <a:pPr algn="ctr"/>
            <a:r>
              <a:rPr lang="ru-RU" dirty="0"/>
              <a:t>Диаграмма вариантов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3139DF-4DFB-4168-8766-E579CEE8D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5708342"/>
            <a:ext cx="8595360" cy="4351337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432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1D013-F359-4EFC-A218-83D2312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E8BEA92-39BA-4BF4-8AC4-49D95F19E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996" y="513002"/>
            <a:ext cx="6434008" cy="5831996"/>
          </a:xfrm>
        </p:spPr>
      </p:pic>
    </p:spTree>
    <p:extLst>
      <p:ext uri="{BB962C8B-B14F-4D97-AF65-F5344CB8AC3E}">
        <p14:creationId xmlns:p14="http://schemas.microsoft.com/office/powerpoint/2010/main" val="57906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76B78-19F0-409C-A54B-659DCF27E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2766219"/>
            <a:ext cx="9692640" cy="1325562"/>
          </a:xfrm>
        </p:spPr>
        <p:txBody>
          <a:bodyPr/>
          <a:lstStyle/>
          <a:p>
            <a:pPr algn="ctr"/>
            <a:r>
              <a:rPr lang="ru-RU" dirty="0" err="1"/>
              <a:t>Диграмма</a:t>
            </a:r>
            <a:r>
              <a:rPr lang="ru-RU" dirty="0"/>
              <a:t>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1B5B21-08D9-4284-AD43-ADF1FF586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659" y="5681709"/>
            <a:ext cx="8595360" cy="435133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18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2FB879-567F-46E5-8E32-342FBE1C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7CB00EB-9D11-45F5-BE3D-8DAADF1D3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962" y="1103098"/>
            <a:ext cx="4850999" cy="4651803"/>
          </a:xfrm>
        </p:spPr>
      </p:pic>
    </p:spTree>
    <p:extLst>
      <p:ext uri="{BB962C8B-B14F-4D97-AF65-F5344CB8AC3E}">
        <p14:creationId xmlns:p14="http://schemas.microsoft.com/office/powerpoint/2010/main" val="873047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C3A15-5653-4642-B93B-C34BCA216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2766219"/>
            <a:ext cx="9692640" cy="1325562"/>
          </a:xfrm>
        </p:spPr>
        <p:txBody>
          <a:bodyPr/>
          <a:lstStyle/>
          <a:p>
            <a:pPr algn="ctr"/>
            <a:r>
              <a:rPr lang="ru-RU" dirty="0"/>
              <a:t>Диаграмма последовательности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402291-F1C1-4359-8262-5CB219735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88" y="5752730"/>
            <a:ext cx="8595360" cy="435133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46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50226-B608-472F-B6F5-8D4EE713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7A02E54-5B5F-4813-895D-FFA804520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103" y="1351874"/>
            <a:ext cx="5979604" cy="4154251"/>
          </a:xfrm>
        </p:spPr>
      </p:pic>
    </p:spTree>
    <p:extLst>
      <p:ext uri="{BB962C8B-B14F-4D97-AF65-F5344CB8AC3E}">
        <p14:creationId xmlns:p14="http://schemas.microsoft.com/office/powerpoint/2010/main" val="186939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29C54-20EE-4D46-9D8C-BECCAE90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2766219"/>
            <a:ext cx="9692640" cy="1325562"/>
          </a:xfrm>
        </p:spPr>
        <p:txBody>
          <a:bodyPr/>
          <a:lstStyle/>
          <a:p>
            <a:pPr algn="ctr"/>
            <a:r>
              <a:rPr lang="ru-RU" dirty="0"/>
              <a:t>Диаграмма состояний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584421-828D-4B23-9E4F-4E024765B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49" y="5184559"/>
            <a:ext cx="8595360" cy="435133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913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968BDC-7180-4438-97CD-F54C7266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A696F29-06FA-4D2D-A10C-9C03C58BE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385" y="365760"/>
            <a:ext cx="5186481" cy="6341285"/>
          </a:xfrm>
        </p:spPr>
      </p:pic>
    </p:spTree>
    <p:extLst>
      <p:ext uri="{BB962C8B-B14F-4D97-AF65-F5344CB8AC3E}">
        <p14:creationId xmlns:p14="http://schemas.microsoft.com/office/powerpoint/2010/main" val="3988927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2D75C-167D-4350-85C7-FBF0472A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247" y="2766219"/>
            <a:ext cx="9692640" cy="1325562"/>
          </a:xfrm>
        </p:spPr>
        <p:txBody>
          <a:bodyPr/>
          <a:lstStyle/>
          <a:p>
            <a:pPr algn="ctr"/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A4616B-84E1-4CD7-90B9-7586274A1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5486400"/>
            <a:ext cx="8595360" cy="435133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53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4ABEC-BDCA-47D3-A903-0EB55020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CC4D480-42ED-41CE-B8F8-7B7AA28DB5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450" y="847396"/>
            <a:ext cx="4407335" cy="5497811"/>
          </a:xfrm>
        </p:spPr>
      </p:pic>
    </p:spTree>
    <p:extLst>
      <p:ext uri="{BB962C8B-B14F-4D97-AF65-F5344CB8AC3E}">
        <p14:creationId xmlns:p14="http://schemas.microsoft.com/office/powerpoint/2010/main" val="101912111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38</Words>
  <Application>Microsoft Office PowerPoint</Application>
  <PresentationFormat>Широкоэкранный</PresentationFormat>
  <Paragraphs>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Вид</vt:lpstr>
      <vt:lpstr>Проектирование и реализация веб-платформы для заказа услуг эвакуации транспортных средств  Представление предметной области с помощью  UML-диаграмм  </vt:lpstr>
      <vt:lpstr>Диаграмма вариантов использования</vt:lpstr>
      <vt:lpstr>Презентация PowerPoint</vt:lpstr>
      <vt:lpstr>Диграмма классов</vt:lpstr>
      <vt:lpstr>Презентация PowerPoint</vt:lpstr>
      <vt:lpstr>Диаграмма последовательности</vt:lpstr>
      <vt:lpstr>Презентация PowerPoint</vt:lpstr>
      <vt:lpstr>Диаграмма состояний</vt:lpstr>
      <vt:lpstr>Презентация PowerPoint</vt:lpstr>
      <vt:lpstr>Диаграмма деятельности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 реализация веб-платформы для заказа услуг эвакуации транспортных средств  Представление предметной области с помощью  UML-диаграмм  </dc:title>
  <dc:creator>Артём Тихонов</dc:creator>
  <cp:lastModifiedBy>Артём Тихонов</cp:lastModifiedBy>
  <cp:revision>1</cp:revision>
  <dcterms:created xsi:type="dcterms:W3CDTF">2026-05-02T11:54:15Z</dcterms:created>
  <dcterms:modified xsi:type="dcterms:W3CDTF">2026-05-02T12:02:05Z</dcterms:modified>
</cp:coreProperties>
</file>