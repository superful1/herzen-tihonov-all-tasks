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89BFA-A9D9-453C-A7DC-BA177F2882A3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BCC5-F965-4339-9F24-CE7AF70DBA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793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89BFA-A9D9-453C-A7DC-BA177F2882A3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BCC5-F965-4339-9F24-CE7AF70DBA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7967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89BFA-A9D9-453C-A7DC-BA177F2882A3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BCC5-F965-4339-9F24-CE7AF70DBA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4131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89BFA-A9D9-453C-A7DC-BA177F2882A3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BCC5-F965-4339-9F24-CE7AF70DBA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2656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89BFA-A9D9-453C-A7DC-BA177F2882A3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BCC5-F965-4339-9F24-CE7AF70DBA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357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89BFA-A9D9-453C-A7DC-BA177F2882A3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BCC5-F965-4339-9F24-CE7AF70DBA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4035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89BFA-A9D9-453C-A7DC-BA177F2882A3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BCC5-F965-4339-9F24-CE7AF70DBA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3683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89BFA-A9D9-453C-A7DC-BA177F2882A3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BCC5-F965-4339-9F24-CE7AF70DBA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0304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89BFA-A9D9-453C-A7DC-BA177F2882A3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BCC5-F965-4339-9F24-CE7AF70DBA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7174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89BFA-A9D9-453C-A7DC-BA177F2882A3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BCC5-F965-4339-9F24-CE7AF70DBA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0629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89BFA-A9D9-453C-A7DC-BA177F2882A3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BCC5-F965-4339-9F24-CE7AF70DBA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5677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F89BFA-A9D9-453C-A7DC-BA177F2882A3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9BCC5-F965-4339-9F24-CE7AF70DBA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11275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superful1.github.io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DE08018-E1B7-4D0D-8B98-537119D33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8000" dirty="0"/>
              <a:t>Тихонов Артём</a:t>
            </a:r>
            <a:br>
              <a:rPr lang="ru-RU" sz="8000" dirty="0"/>
            </a:br>
            <a:r>
              <a:rPr lang="ru-RU" sz="8000" dirty="0"/>
              <a:t>Сергеевич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6B61EEA6-8884-4376-B4CF-67FACB661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05343"/>
            <a:ext cx="10515600" cy="3371619"/>
          </a:xfrm>
        </p:spPr>
        <p:txBody>
          <a:bodyPr/>
          <a:lstStyle/>
          <a:p>
            <a:r>
              <a:rPr lang="en-US" sz="5400" dirty="0"/>
              <a:t>Web-</a:t>
            </a:r>
            <a:r>
              <a:rPr lang="ru-RU" sz="5400" dirty="0"/>
              <a:t>разработчик</a:t>
            </a:r>
          </a:p>
          <a:p>
            <a:r>
              <a:rPr lang="en-US" sz="5400" dirty="0"/>
              <a:t>QA</a:t>
            </a:r>
            <a:r>
              <a:rPr lang="ru-RU" sz="5400" dirty="0"/>
              <a:t>-инженер</a:t>
            </a:r>
            <a:br>
              <a:rPr lang="ru-RU" dirty="0"/>
            </a:b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EFF914-728A-4910-B086-1A10187440E3}"/>
              </a:ext>
            </a:extLst>
          </p:cNvPr>
          <p:cNvSpPr txBox="1"/>
          <p:nvPr/>
        </p:nvSpPr>
        <p:spPr>
          <a:xfrm>
            <a:off x="838200" y="4638864"/>
            <a:ext cx="609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prstClr val="white"/>
                </a:solidFill>
                <a:latin typeface="Calibri" panose="020F0502020204030204"/>
              </a:rPr>
              <a:t>Email:</a:t>
            </a:r>
            <a:r>
              <a:rPr lang="ru-RU" sz="2800" dirty="0">
                <a:solidFill>
                  <a:prstClr val="white"/>
                </a:solidFill>
                <a:latin typeface="Calibri" panose="020F0502020204030204"/>
              </a:rPr>
              <a:t> </a:t>
            </a:r>
            <a:r>
              <a:rPr lang="en-US" sz="2800" dirty="0">
                <a:solidFill>
                  <a:prstClr val="white"/>
                </a:solidFill>
                <a:latin typeface="Calibri" panose="020F0502020204030204"/>
              </a:rPr>
              <a:t>artem030704@rambler.ru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5E8E58-023C-4762-9046-BE8C006B64AF}"/>
              </a:ext>
            </a:extLst>
          </p:cNvPr>
          <p:cNvSpPr txBox="1"/>
          <p:nvPr/>
        </p:nvSpPr>
        <p:spPr>
          <a:xfrm>
            <a:off x="838200" y="5269179"/>
            <a:ext cx="609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TG: @superfulll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3651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DC54D6-C935-41A8-9891-CC2B3EE42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Цель презентации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4E83F7-1ADB-4D10-AC20-D8DEEC0B3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Хочу представить себя как </a:t>
            </a:r>
            <a:r>
              <a:rPr lang="ru-RU" dirty="0" err="1"/>
              <a:t>опытныго</a:t>
            </a:r>
            <a:r>
              <a:rPr lang="ru-RU" dirty="0"/>
              <a:t> разработчика с глубокой экспертизой в создании масштабируемых веб-сервисов и управлении серверной инфраструктурой. </a:t>
            </a:r>
          </a:p>
        </p:txBody>
      </p:sp>
    </p:spTree>
    <p:extLst>
      <p:ext uri="{BB962C8B-B14F-4D97-AF65-F5344CB8AC3E}">
        <p14:creationId xmlns:p14="http://schemas.microsoft.com/office/powerpoint/2010/main" val="4124365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865F26-B0C3-4BB5-A1D1-8C5E51418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Обо мне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98AC87-3F9E-427A-85D9-7A9BACB26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Специализируюсь на современном стеке </a:t>
            </a:r>
            <a:r>
              <a:rPr lang="ru-RU" b="1" dirty="0"/>
              <a:t>Python (</a:t>
            </a:r>
            <a:r>
              <a:rPr lang="ru-RU" b="1" dirty="0" err="1"/>
              <a:t>FastAPI</a:t>
            </a:r>
            <a:r>
              <a:rPr lang="ru-RU" b="1" dirty="0"/>
              <a:t>)</a:t>
            </a:r>
            <a:r>
              <a:rPr lang="ru-RU" dirty="0"/>
              <a:t> и </a:t>
            </a:r>
            <a:r>
              <a:rPr lang="ru-RU" b="1" dirty="0" err="1"/>
              <a:t>React</a:t>
            </a:r>
            <a:r>
              <a:rPr lang="ru-RU" b="1" dirty="0"/>
              <a:t>/Next.js</a:t>
            </a:r>
            <a:r>
              <a:rPr lang="ru-RU" dirty="0"/>
              <a:t>. Мой подход базируется на обеспечении высокой производительности и безопасности: от проектирования архитектуры баз данных до настройки CI/CD </a:t>
            </a:r>
            <a:r>
              <a:rPr lang="ru-RU" dirty="0" err="1"/>
              <a:t>пайплайнов</a:t>
            </a:r>
            <a:r>
              <a:rPr lang="ru-RU" dirty="0"/>
              <a:t> и оптимизации </a:t>
            </a:r>
            <a:r>
              <a:rPr lang="ru-RU" dirty="0" err="1"/>
              <a:t>Nginx</a:t>
            </a:r>
            <a:r>
              <a:rPr lang="ru-RU" dirty="0"/>
              <a:t>/</a:t>
            </a:r>
            <a:r>
              <a:rPr lang="ru-RU" dirty="0" err="1"/>
              <a:t>Debian</a:t>
            </a:r>
            <a:r>
              <a:rPr lang="ru-RU" dirty="0"/>
              <a:t> серверов. Нацелен на создание технически совершенных продуктов, которые приносят реальную ценность бизнесу.</a:t>
            </a:r>
          </a:p>
        </p:txBody>
      </p:sp>
    </p:spTree>
    <p:extLst>
      <p:ext uri="{BB962C8B-B14F-4D97-AF65-F5344CB8AC3E}">
        <p14:creationId xmlns:p14="http://schemas.microsoft.com/office/powerpoint/2010/main" val="934372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203417-F034-4199-B595-4A2A7CC62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Мои навыки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2F4F9F-1592-4023-B429-A9C5DD579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ru-RU" sz="5100" b="1" dirty="0"/>
              <a:t> </a:t>
            </a:r>
            <a:r>
              <a:rPr lang="en-US" sz="5100" b="1" dirty="0"/>
              <a:t>Hard Skills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Глубокая экспертиза в </a:t>
            </a:r>
            <a:r>
              <a:rPr lang="en-US" b="1" dirty="0"/>
              <a:t>Python (</a:t>
            </a:r>
            <a:r>
              <a:rPr lang="en-US" b="1" dirty="0" err="1"/>
              <a:t>FastAPI</a:t>
            </a:r>
            <a:r>
              <a:rPr lang="en-US" b="1" dirty="0"/>
              <a:t>)</a:t>
            </a:r>
            <a:r>
              <a:rPr lang="en-US" dirty="0"/>
              <a:t>, </a:t>
            </a:r>
            <a:r>
              <a:rPr lang="ru-RU" dirty="0"/>
              <a:t>разработка масштабируемых </a:t>
            </a:r>
            <a:r>
              <a:rPr lang="ru-RU" dirty="0" err="1"/>
              <a:t>микросервисов</a:t>
            </a:r>
            <a:r>
              <a:rPr lang="ru-RU" dirty="0"/>
              <a:t>, проектирование </a:t>
            </a:r>
            <a:r>
              <a:rPr lang="en-US" dirty="0"/>
              <a:t>RESTful API </a:t>
            </a:r>
            <a:r>
              <a:rPr lang="ru-RU" dirty="0"/>
              <a:t>и работа с интеграционными фреймворками (например, </a:t>
            </a:r>
            <a:r>
              <a:rPr lang="en-US" b="1" dirty="0"/>
              <a:t>Apache Camel</a:t>
            </a:r>
            <a:r>
              <a:rPr lang="en-US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Профессиональное владение </a:t>
            </a:r>
            <a:r>
              <a:rPr lang="en-US" b="1" dirty="0"/>
              <a:t>Next.js, React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/>
              <a:t>TypeScript; </a:t>
            </a:r>
            <a:r>
              <a:rPr lang="ru-RU" dirty="0"/>
              <a:t>создание адаптивных и производительных интерфейсов с упором на </a:t>
            </a:r>
            <a:r>
              <a:rPr lang="en-US" dirty="0"/>
              <a:t>Core Web Vitals.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Администрирование </a:t>
            </a:r>
            <a:r>
              <a:rPr lang="en-US" b="1" dirty="0"/>
              <a:t>Debian/Ubuntu</a:t>
            </a:r>
            <a:r>
              <a:rPr lang="en-US" dirty="0"/>
              <a:t> </a:t>
            </a:r>
            <a:r>
              <a:rPr lang="ru-RU" dirty="0"/>
              <a:t>серверов (</a:t>
            </a:r>
            <a:r>
              <a:rPr lang="en-US" dirty="0"/>
              <a:t>Hardening, </a:t>
            </a:r>
            <a:r>
              <a:rPr lang="ru-RU" dirty="0"/>
              <a:t>оптимизация).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Уверенная работа с </a:t>
            </a:r>
            <a:r>
              <a:rPr lang="en-US" b="1" dirty="0"/>
              <a:t>Docker</a:t>
            </a:r>
            <a:r>
              <a:rPr lang="en-US" dirty="0"/>
              <a:t> </a:t>
            </a:r>
            <a:r>
              <a:rPr lang="ru-RU" dirty="0"/>
              <a:t>и контейнеризацией приложений.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Настройка и тюнинг </a:t>
            </a:r>
            <a:r>
              <a:rPr lang="en-US" b="1" dirty="0"/>
              <a:t>Nginx</a:t>
            </a:r>
            <a:r>
              <a:rPr lang="en-US" dirty="0"/>
              <a:t>, </a:t>
            </a:r>
            <a:r>
              <a:rPr lang="ru-RU" dirty="0"/>
              <a:t>управление </a:t>
            </a:r>
            <a:r>
              <a:rPr lang="en-US" dirty="0"/>
              <a:t>SSL-</a:t>
            </a:r>
            <a:r>
              <a:rPr lang="ru-RU" dirty="0"/>
              <a:t>сертификатами (</a:t>
            </a:r>
            <a:r>
              <a:rPr lang="en-US" dirty="0" err="1"/>
              <a:t>Certbot</a:t>
            </a:r>
            <a:r>
              <a:rPr lang="en-US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Построение </a:t>
            </a:r>
            <a:r>
              <a:rPr lang="en-US" b="1" dirty="0"/>
              <a:t>CI/CD</a:t>
            </a:r>
            <a:r>
              <a:rPr lang="en-US" dirty="0"/>
              <a:t> </a:t>
            </a:r>
            <a:r>
              <a:rPr lang="ru-RU" dirty="0" err="1"/>
              <a:t>пайплайнов</a:t>
            </a:r>
            <a:r>
              <a:rPr lang="ru-RU" dirty="0"/>
              <a:t> для автоматизации деплоя.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Проектирование архитектуры БД, написание сложных </a:t>
            </a:r>
            <a:r>
              <a:rPr lang="en-US" dirty="0"/>
              <a:t>SQL-</a:t>
            </a:r>
            <a:r>
              <a:rPr lang="ru-RU" dirty="0"/>
              <a:t>запросов и оптимизация производительности хранилищ.</a:t>
            </a:r>
          </a:p>
          <a:p>
            <a:pPr marL="0" indent="0">
              <a:buNone/>
            </a:pPr>
            <a:r>
              <a:rPr lang="ru-RU" sz="5100" b="1" dirty="0"/>
              <a:t> </a:t>
            </a:r>
            <a:r>
              <a:rPr lang="en-US" sz="5100" b="1" dirty="0"/>
              <a:t>Soft Skills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Способность видеть проект как единую экосистему, учитывая взаимосвязи между кодом, инфраструктурой и бизнес-требованиями.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Опыт глубокого </a:t>
            </a:r>
            <a:r>
              <a:rPr lang="ru-RU" dirty="0" err="1"/>
              <a:t>траблшутинга</a:t>
            </a:r>
            <a:r>
              <a:rPr lang="ru-RU" dirty="0"/>
              <a:t> сложных системных ошибок и принятия решений в условиях неопределенности.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Умение структурировать техническую документацию, проводить </a:t>
            </a:r>
            <a:r>
              <a:rPr lang="en-US" dirty="0"/>
              <a:t>Code Review </a:t>
            </a:r>
            <a:r>
              <a:rPr lang="ru-RU" dirty="0"/>
              <a:t>и аргументированно защищать архитектурные решения.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Фокус на создании ценности для пользователя и оптимизации процессов разработки для ускорения выпуска фич.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Высокая скорость освоения новых фреймворков и библиотек (включая математические пакеты вроде </a:t>
            </a:r>
            <a:r>
              <a:rPr lang="en-US" b="1" dirty="0"/>
              <a:t>NumPy/SciPy</a:t>
            </a:r>
            <a:r>
              <a:rPr lang="en-US" dirty="0"/>
              <a:t> </a:t>
            </a:r>
            <a:r>
              <a:rPr lang="ru-RU" dirty="0"/>
              <a:t>для специфических задач).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5292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D1739A-4645-4625-9AB9-E59963898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Личностные качества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6759188-1946-424D-A206-4B5AE0FA41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724022"/>
            <a:ext cx="952235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Аналитический склад ума </a:t>
            </a:r>
            <a:endParaRPr kumimoji="0" lang="ru-RU" altLang="ru-RU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Стрессоустойчивость и управление рисками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Высокая адаптивность и Self-Management</a:t>
            </a:r>
            <a:endParaRPr kumimoji="0" lang="ru-RU" altLang="ru-RU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Проактивность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 Quality </a:t>
            </a: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Mindset</a:t>
            </a:r>
            <a:endParaRPr kumimoji="0" lang="ru-RU" altLang="ru-RU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Дисциплина и внимание к деталям</a:t>
            </a:r>
            <a:endParaRPr kumimoji="0" lang="ru-RU" altLang="ru-RU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758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77A0B2-6DE4-412A-B1F3-977A8D0FF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Моё портфолио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D9B547-4D40-490D-A785-5B1CA9125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dirty="0">
                <a:hlinkClick r:id="rId2"/>
              </a:rPr>
              <a:t>https://superful1.github.io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5070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312</Words>
  <Application>Microsoft Office PowerPoint</Application>
  <PresentationFormat>Широкоэкранный</PresentationFormat>
  <Paragraphs>32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Тихонов Артём Сергеевич</vt:lpstr>
      <vt:lpstr>Цель презентации</vt:lpstr>
      <vt:lpstr>Обо мне</vt:lpstr>
      <vt:lpstr>Мои навыки</vt:lpstr>
      <vt:lpstr>Личностные качества</vt:lpstr>
      <vt:lpstr>Моё портфолио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Тихонов Артём Сергеевич</dc:title>
  <dc:creator>Артём Тихонов</dc:creator>
  <cp:lastModifiedBy>Артём Тихонов</cp:lastModifiedBy>
  <cp:revision>3</cp:revision>
  <dcterms:created xsi:type="dcterms:W3CDTF">2026-04-21T19:23:21Z</dcterms:created>
  <dcterms:modified xsi:type="dcterms:W3CDTF">2026-04-21T19:35:45Z</dcterms:modified>
</cp:coreProperties>
</file>